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github.com/mohanDevOps-arch/flask_Practice.git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7729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200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CI/CD PIPELINE ASSIGNMENT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10698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Flask and MongoDB App on EC2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Docker, Amazon ECR, EC2.  Jenkins or GitHub Actions.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5394960"/>
            <a:ext cx="4206240" cy="566928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394960"/>
            <a:ext cx="42062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 guide for learners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You Are Building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36576"/>
          </a:xfrm>
          <a:prstGeom prst="rect">
            <a:avLst/>
          </a:prstGeom>
          <a:solidFill>
            <a:srgbClr val="FF8C1A"/>
          </a:solidFill>
        </p:spPr>
      </p:sp>
      <p:sp>
        <p:nvSpPr>
          <p:cNvPr id="4" name="Text 2"/>
          <p:cNvSpPr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working CI/CD pipeline that takes the Student Registration System (Flask and MongoDB) from a git push all the way to a running container on EC2. Fully automated, tested, and self reporting by email.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868680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964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Repository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412492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1" tooltip="" action="ppaction://hlinkfile"/>
              </a:rPr>
              <a:t>github.com/mohanDevOps-arch/flask_Practice</a:t>
            </a:r>
            <a:endParaRPr lang="en-US" sz="1500" u="sng" dirty="0"/>
          </a:p>
        </p:txBody>
      </p:sp>
      <p:sp>
        <p:nvSpPr>
          <p:cNvPr id="8" name="Text 6"/>
          <p:cNvSpPr/>
          <p:nvPr/>
        </p:nvSpPr>
        <p:spPr>
          <a:xfrm>
            <a:off x="822960" y="2759075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Fork this repo. It is your starting point for the assignment.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2057400" cy="685800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566160"/>
            <a:ext cx="2057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61488" y="3566160"/>
            <a:ext cx="2057400" cy="685800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3566160"/>
            <a:ext cx="2057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Flask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74336" y="3566160"/>
            <a:ext cx="2057400" cy="685800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74336" y="3566160"/>
            <a:ext cx="2057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MongoDB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87184" y="3566160"/>
            <a:ext cx="2057400" cy="685800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87184" y="3566160"/>
            <a:ext cx="2057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400032" y="3566160"/>
            <a:ext cx="2057400" cy="685800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00032" y="3566160"/>
            <a:ext cx="2057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 (ECR + EC2)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1106424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FF8C1A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461772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will add a Dockerfile, a /health endpoint, and a pipeline file. The app logic itself does not need to change.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PPMCAD  •  CI/CD Assignment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You Need To 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36576"/>
          </a:xfrm>
          <a:prstGeom prst="rect">
            <a:avLst/>
          </a:prstGeom>
          <a:solidFill>
            <a:srgbClr val="FF8C1A"/>
          </a:solidFill>
        </p:spPr>
      </p:sp>
      <p:sp>
        <p:nvSpPr>
          <p:cNvPr id="4" name="Shape 2"/>
          <p:cNvSpPr/>
          <p:nvPr/>
        </p:nvSpPr>
        <p:spPr>
          <a:xfrm>
            <a:off x="548640" y="1371600"/>
            <a:ext cx="5394960" cy="987552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463040"/>
            <a:ext cx="4663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Fork and clone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43000" y="1773936"/>
            <a:ext cx="46634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Fork the flask_Practice repo into your own GitHub account and clone it locally.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5394960" cy="987552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42032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542032"/>
            <a:ext cx="4663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a Dockerfile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43000" y="2852928"/>
            <a:ext cx="46634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a Dockerfile that builds and runs the Flask app on port 5000.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529584"/>
            <a:ext cx="5394960" cy="987552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621024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3621024"/>
            <a:ext cx="4663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a /health route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43000" y="3931920"/>
            <a:ext cx="46634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a route that checks MongoDB connectivity. This is your deploy verification gate.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608576"/>
            <a:ext cx="5394960" cy="987552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700016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4700016"/>
            <a:ext cx="4663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Provision AWS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43000" y="5010912"/>
            <a:ext cx="46634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an ECR repo and an EC2 instance (Docker installed, IAM role for ECR pull, security group rules for ports 22 and 5000).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1371600"/>
            <a:ext cx="5394960" cy="987552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46304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12280" y="1463040"/>
            <a:ext cx="4663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the pipeline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812280" y="1773936"/>
            <a:ext cx="46634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 Jenkinsfile OR a GitHub Actions workflow, not both. Pick one tool for this assignment.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2450592"/>
            <a:ext cx="5394960" cy="987552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2542032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12280" y="2542032"/>
            <a:ext cx="4663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Configure email alerts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812280" y="2852928"/>
            <a:ext cx="46634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up success and failure email notifications with a customized message for each outcome.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3529584"/>
            <a:ext cx="5394960" cy="987552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3621024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812280" y="3621024"/>
            <a:ext cx="4663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it end to end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812280" y="3931920"/>
            <a:ext cx="46634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Push a change, confirm the pipeline runs and deploys, and check that you receive the correct email.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17920" y="4608576"/>
            <a:ext cx="5394960" cy="987552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4700016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812280" y="4700016"/>
            <a:ext cx="4663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 and submit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812280" y="5010912"/>
            <a:ext cx="46634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the README, then submit your repo link through Vlearn.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PPMCAD  •  CI/CD Assignment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Required Pipeline Stages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36576"/>
          </a:xfrm>
          <a:prstGeom prst="rect">
            <a:avLst/>
          </a:prstGeom>
          <a:solidFill>
            <a:srgbClr val="FF8C1A"/>
          </a:solidFill>
        </p:spPr>
      </p:sp>
      <p:sp>
        <p:nvSpPr>
          <p:cNvPr id="4" name="Text 2"/>
          <p:cNvSpPr/>
          <p:nvPr/>
        </p:nvSpPr>
        <p:spPr>
          <a:xfrm>
            <a:off x="548640" y="1143000"/>
            <a:ext cx="10058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8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stages whether you build this in Jenkins or GitHub Actions.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06040" cy="1874520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709928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3232" y="2258568"/>
            <a:ext cx="227685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Checkout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587752"/>
            <a:ext cx="2276856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Pull latest source on push to main.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600200"/>
            <a:ext cx="2606040" cy="1874520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1709928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02152" y="2258568"/>
            <a:ext cx="227685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Install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02152" y="2587752"/>
            <a:ext cx="2276856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 install from requirements.txt.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600200"/>
            <a:ext cx="2606040" cy="1874520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1072" y="1709928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91072" y="2258568"/>
            <a:ext cx="227685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91072" y="2587752"/>
            <a:ext cx="2276856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pytest. Stop here if any test fails.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15400" y="1600200"/>
            <a:ext cx="2606040" cy="1874520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79992" y="1709928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79992" y="2258568"/>
            <a:ext cx="227685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79992" y="2587752"/>
            <a:ext cx="2276856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Docker image tagged with the commit SHA.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2606040" cy="1874520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767328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3232" y="4315968"/>
            <a:ext cx="227685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Push to ECR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3232" y="4645152"/>
            <a:ext cx="2276856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Authenticate and push the tagged image.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37560" y="3657600"/>
            <a:ext cx="2606040" cy="1874520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02152" y="3767328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502152" y="4315968"/>
            <a:ext cx="227685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to EC2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02152" y="4645152"/>
            <a:ext cx="2276856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SSH in, pull the image, and replace the running container.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3657600"/>
            <a:ext cx="2606040" cy="1874520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1072" y="3767328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291072" y="4315968"/>
            <a:ext cx="227685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91072" y="4645152"/>
            <a:ext cx="2276856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Poll /health. This is the real success gate.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915400" y="3657600"/>
            <a:ext cx="2606040" cy="1874520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79992" y="3767328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079992" y="4315968"/>
            <a:ext cx="227685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079992" y="4645152"/>
            <a:ext cx="2276856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 an email with a customized success or failure message.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PPMCAD  •  CI/CD Assignment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Required Folder Structure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36576"/>
          </a:xfrm>
          <a:prstGeom prst="rect">
            <a:avLst/>
          </a:prstGeom>
          <a:solidFill>
            <a:srgbClr val="FF8C1A"/>
          </a:solidFill>
        </p:spPr>
      </p:sp>
      <p:sp>
        <p:nvSpPr>
          <p:cNvPr id="4" name="Shape 2"/>
          <p:cNvSpPr/>
          <p:nvPr/>
        </p:nvSpPr>
        <p:spPr>
          <a:xfrm>
            <a:off x="548640" y="1371600"/>
            <a:ext cx="6126480" cy="4663440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5577840" cy="429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CF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flask_Practice/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CF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├── app.py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CF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├── requirements.txt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CF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├── test_app.py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CF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├── templates/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CF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│   ├── base.html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CF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│   ├── index.html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CF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│   ├── add_student.html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CF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│   └── update_student.html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CF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├── Dockerfile              (you add this)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CF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├── .dockerignore           (you add this)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CF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├── Jenkinsfile             (OR this)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CF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├── .github/workflows/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CF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│   └── ci-cd.yml           (OR this)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CF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├── .env.example            (you add this)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CF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└── README.md               (you update this)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903720" y="1371600"/>
            <a:ext cx="4709160" cy="1463040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0" y="1508760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Never commit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2320" y="1874520"/>
            <a:ext cx="42976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.env file, real Mongo URIs, .pem keys, or AWS access keys. Use .env.example as the template and add the rest to .gitignore.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03720" y="2971800"/>
            <a:ext cx="4709160" cy="1463040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3108960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pipeline file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132320" y="3474720"/>
            <a:ext cx="42976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either a Jenkinsfile or .github/workflows/ci-cd.yml, not both. Pick one tool for this assignment.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03720" y="4572000"/>
            <a:ext cx="4709160" cy="1463040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4709160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app.py logic untouched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0" y="5074920"/>
            <a:ext cx="42976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add the /health route. Do not restructure the existing routes or templates.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PPMCAD  •  CI/CD Assignment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Do's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36576"/>
          </a:xfrm>
          <a:prstGeom prst="rect">
            <a:avLst/>
          </a:prstGeom>
          <a:solidFill>
            <a:srgbClr val="FF8C1A"/>
          </a:solidFill>
        </p:spPr>
      </p:sp>
      <p:sp>
        <p:nvSpPr>
          <p:cNvPr id="4" name="Text 2"/>
          <p:cNvSpPr/>
          <p:nvPr/>
        </p:nvSpPr>
        <p:spPr>
          <a:xfrm>
            <a:off x="548640" y="1371600"/>
            <a:ext cx="3657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5029200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Tag every Docker image with the git commit SHA, not just latest.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084832"/>
            <a:ext cx="3657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084832"/>
            <a:ext cx="5029200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every secret (Mongo URI, SSH key, AWS credentials, SMTP credentials) in Jenkins Credentials or GitHub Secrets.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798064"/>
            <a:ext cx="3657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798064"/>
            <a:ext cx="5029200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Make the pipeline fail the build if any pytest test fails. Do not let a broken app reach EC2.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511296"/>
            <a:ext cx="3657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511296"/>
            <a:ext cx="5029200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Verify the deployment with a real health check before declaring success.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72200" y="1371600"/>
            <a:ext cx="3657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1371600"/>
            <a:ext cx="5029200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a customized email body. Include the commit SHA, the image tag, and on failure, which stage broke.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72200" y="2084832"/>
            <a:ext cx="3657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2084832"/>
            <a:ext cx="5029200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your pipeline with an intentionally failing commit at least once, so you know the failure path actually works.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2798064"/>
            <a:ext cx="3657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37960" y="2798064"/>
            <a:ext cx="5029200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Commit your Dockerfile, pipeline file, and updated README together, early.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PPMCAD  •  CI/CD Assignment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Don'ts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36576"/>
          </a:xfrm>
          <a:prstGeom prst="rect">
            <a:avLst/>
          </a:prstGeom>
          <a:solidFill>
            <a:srgbClr val="FF8C1A"/>
          </a:solidFill>
        </p:spPr>
      </p:sp>
      <p:sp>
        <p:nvSpPr>
          <p:cNvPr id="4" name="Text 2"/>
          <p:cNvSpPr/>
          <p:nvPr/>
        </p:nvSpPr>
        <p:spPr>
          <a:xfrm>
            <a:off x="548640" y="1371600"/>
            <a:ext cx="3657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5029200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not hardcode the Mongo URI, AWS keys, or SSH private key anywhere in the repo.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084832"/>
            <a:ext cx="3657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084832"/>
            <a:ext cx="5029200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not skip the Test stage or comment it out just to get the pipeline green.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798064"/>
            <a:ext cx="3657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798064"/>
            <a:ext cx="5029200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not use docker run without --restart unless-stopped. A reboot should not kill your app.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511296"/>
            <a:ext cx="3657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511296"/>
            <a:ext cx="5029200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not leave port 22 or 5000 open to 0.0.0.0/0 without knowing why. Document your security group choice.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72200" y="1371600"/>
            <a:ext cx="3657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1371600"/>
            <a:ext cx="5029200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not send a generic "build finished" email. Success and failure must look different.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72200" y="2084832"/>
            <a:ext cx="3657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2084832"/>
            <a:ext cx="5029200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not submit a repo where the pipeline has never actually run successfully.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2798064"/>
            <a:ext cx="3657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37960" y="2798064"/>
            <a:ext cx="5029200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not wait until the last day to ask for help. See the last slide.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PPMCAD  •  CI/CD Assignment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Grading Policy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36576"/>
          </a:xfrm>
          <a:prstGeom prst="rect">
            <a:avLst/>
          </a:prstGeom>
          <a:solidFill>
            <a:srgbClr val="FF8C1A"/>
          </a:solidFill>
        </p:spPr>
      </p:sp>
      <p:sp>
        <p:nvSpPr>
          <p:cNvPr id="4" name="Shape 2"/>
          <p:cNvSpPr/>
          <p:nvPr/>
        </p:nvSpPr>
        <p:spPr>
          <a:xfrm>
            <a:off x="548640" y="1371600"/>
            <a:ext cx="7498080" cy="3968496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6035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 stages present and passing in order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0" y="1371600"/>
            <a:ext cx="9601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25%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38528"/>
            <a:ext cx="7498080" cy="0"/>
          </a:xfrm>
          <a:prstGeom prst="line">
            <a:avLst/>
          </a:prstGeom>
          <a:noFill/>
          <a:ln w="6350">
            <a:solidFill>
              <a:srgbClr val="FF8C1A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38528"/>
            <a:ext cx="6035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image built and tagged with commit SHA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0" y="1938528"/>
            <a:ext cx="9601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15%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505456"/>
            <a:ext cx="7498080" cy="0"/>
          </a:xfrm>
          <a:prstGeom prst="line">
            <a:avLst/>
          </a:prstGeom>
          <a:noFill/>
          <a:ln w="6350">
            <a:solidFill>
              <a:srgbClr val="FF8C1A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05456"/>
            <a:ext cx="6035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 successfully pushed to ECR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0" y="2505456"/>
            <a:ext cx="9601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10%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072384"/>
            <a:ext cx="7498080" cy="0"/>
          </a:xfrm>
          <a:prstGeom prst="line">
            <a:avLst/>
          </a:prstGeom>
          <a:noFill/>
          <a:ln w="6350">
            <a:solidFill>
              <a:srgbClr val="FF8C1A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72384"/>
            <a:ext cx="6035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EC2 deployment replaces the running container correctly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58000" y="3072384"/>
            <a:ext cx="9601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639312"/>
            <a:ext cx="7498080" cy="0"/>
          </a:xfrm>
          <a:prstGeom prst="line">
            <a:avLst/>
          </a:prstGeom>
          <a:noFill/>
          <a:ln w="6350">
            <a:solidFill>
              <a:srgbClr val="FF8C1A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39312"/>
            <a:ext cx="6035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 check verification genuinely gates success or failure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0" y="3639312"/>
            <a:ext cx="9601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10%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7498080" cy="0"/>
          </a:xfrm>
          <a:prstGeom prst="line">
            <a:avLst/>
          </a:prstGeom>
          <a:noFill/>
          <a:ln w="6350">
            <a:solidFill>
              <a:srgbClr val="FF8C1A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206240"/>
            <a:ext cx="6035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 notification: customized content, both outcomes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8000" y="4206240"/>
            <a:ext cx="9601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15%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773168"/>
            <a:ext cx="7498080" cy="0"/>
          </a:xfrm>
          <a:prstGeom prst="line">
            <a:avLst/>
          </a:prstGeom>
          <a:noFill/>
          <a:ln w="6350">
            <a:solidFill>
              <a:srgbClr val="FF8C1A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773168"/>
            <a:ext cx="6035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README documentation quality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0" y="4773168"/>
            <a:ext cx="9601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5%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275320" y="1371600"/>
            <a:ext cx="3337560" cy="3968496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0" y="1554480"/>
            <a:ext cx="2880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 or fail gate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503920" y="1965960"/>
            <a:ext cx="288036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pipeline that has never had one fully successful run, including the deploy step, will not be graded above 40 percent, regardless of code quality.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PPMCAD  •  CI/CD Assignment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Submission Checklist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548640" cy="36576"/>
          </a:xfrm>
          <a:prstGeom prst="rect">
            <a:avLst/>
          </a:prstGeom>
          <a:solidFill>
            <a:srgbClr val="FF8C1A"/>
          </a:solidFill>
        </p:spPr>
      </p:sp>
      <p:sp>
        <p:nvSpPr>
          <p:cNvPr id="4" name="Shape 2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371600"/>
            <a:ext cx="10149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repo link (forked flask_Practice, with your Dockerfile and pipeline file committed)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11064240" cy="548640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993392"/>
            <a:ext cx="10149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 file: Jenkinsfile or .github/workflows/ci-cd.yml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64240" cy="548640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2615184"/>
            <a:ext cx="10149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Updated README.md documenting setup, secrets, and how the deploy step works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36976"/>
            <a:ext cx="11064240" cy="548640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3236976"/>
            <a:ext cx="10149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Screenshot or short recording of a full successful pipeline run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58768"/>
            <a:ext cx="11064240" cy="548640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3858768"/>
            <a:ext cx="10149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Screenshot of the success email received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11064240" cy="548640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4480560"/>
            <a:ext cx="10149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Screenshot of a failed run (intentional) and the failure email received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102352"/>
            <a:ext cx="11064240" cy="548640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0160" y="5102352"/>
            <a:ext cx="10149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 link submitted as a text, Word, or PDF file through Vlearn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PPMCAD  •  CI/CD Assignment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Don't Wait For The Last 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54480" y="2697480"/>
            <a:ext cx="90525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C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you get stuck on AWS setup, SSH access, or the pipeline itself, reach out early. Deployment issues such as security groups, IAM roles, and SMTP setup often take a day or two to sort out.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566160" y="3703320"/>
            <a:ext cx="5029200" cy="1005840"/>
          </a:xfrm>
          <a:prstGeom prst="rect">
            <a:avLst/>
          </a:prstGeom>
          <a:solidFill>
            <a:srgbClr val="141414"/>
          </a:solidFill>
          <a:ln w="12700">
            <a:solidFill>
              <a:srgbClr val="FF8C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66160" y="3794760"/>
            <a:ext cx="5029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support@herovired.com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566160" y="4206240"/>
            <a:ext cx="5029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 message us directly on the batch WhatsApp group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54480" y="5120640"/>
            <a:ext cx="9052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FF8C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would rather answer five small questions on Tuesday than one big one at midnight before the deadline.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5677</Words>
  <Application>WPS Presentation</Application>
  <PresentationFormat>On-screen Show (16:9)</PresentationFormat>
  <Paragraphs>319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Kandikuppa Mohan Krishna</cp:lastModifiedBy>
  <cp:revision>4</cp:revision>
  <dcterms:created xsi:type="dcterms:W3CDTF">2026-07-31T06:55:00Z</dcterms:created>
  <dcterms:modified xsi:type="dcterms:W3CDTF">2026-07-31T07:25:46Z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E60E4599C817454E8D8AC8FCEEFDE63C_12</vt:lpwstr>
  </property>
  <property fmtid="{D5CDD505-2E9C-101B-9397-08002B2CF9AE}" pid="3" name="KSOProductBuildVer">
    <vt:lpwstr>1033-12.1.0.27458</vt:lpwstr>
  </property>
</Properties>
</file>